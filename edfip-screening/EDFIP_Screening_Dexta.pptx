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A056"/>
                </a:solidFill>
                <a:latin typeface="Calibri"/>
              </a:rPr>
              <a:t>HOW WE READ THE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>
                <a:solidFill>
                  <a:srgbClr val="F4F0E6"/>
                </a:solidFill>
                <a:latin typeface="Georgia"/>
              </a:rPr>
              <a:t>We understand the product
Emeraid is building.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B3AA"/>
                </a:solidFill>
                <a:latin typeface="Calibri"/>
              </a:rPr>
              <a:t>Not a basic microfinance application. A commercialisable, multi-tenant Digital Financial Inclusion Operating System — EDFIP — that Emeraid will own, control, brand and sell to third-party institutions.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Microfinance institutions   ·   Cooperatives   ·   VSLA networks
NGOs and programmes   ·   Solar / PayGo operators   ·   Agency banking 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4A056"/>
                </a:solidFill>
                <a:latin typeface="Calibri"/>
              </a:rPr>
              <a:t>Every architectural and commercial choice in our proposal follows from that reality.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WHAT THIS ENGAGEMENT MUST PROTECT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Four commitments that matter
to Emeraid.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4F0E6"/>
                </a:solidFill>
                <a:latin typeface="Calibri"/>
              </a:rPr>
              <a:t>•  Full CRM in the first production release — the complete relationship, not a registration screen.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4F0E6"/>
                </a:solidFill>
                <a:latin typeface="Calibri"/>
              </a:rPr>
              <a:t>•  Green Asset Finance and PayGo in the first release, with an Early Operational Release by Month 6.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4F0E6"/>
                </a:solidFill>
                <a:latin typeface="Calibri"/>
              </a:rPr>
              <a:t>•  Emeraid’s ability to operate, modify, commercialise and maintain the platform independently.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4F0E6"/>
                </a:solidFill>
                <a:latin typeface="Calibri"/>
              </a:rPr>
              <a:t>•  A realistic 12-month delivery plan with testing and acceptance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FIRST-RELEASE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The platform Emeraid specified.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657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4F0E6"/>
                </a:solidFill>
                <a:latin typeface="Calibri"/>
              </a:rPr>
              <a:t>OPERATE
Multi-tenant SaaS Emeraid can sell
Clients, members and KYC
Full CRM
Roles, maker-checker and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40280"/>
            <a:ext cx="3657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4F0E6"/>
                </a:solidFill>
                <a:latin typeface="Calibri"/>
              </a:rPr>
              <a:t>LEND AND SAVE
Loan management
Savings, including esusu / ajo
Accounting and general ledger
Cooperatives and VSLA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240280"/>
            <a:ext cx="3657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4F0E6"/>
                </a:solidFill>
                <a:latin typeface="Calibri"/>
              </a:rPr>
              <a:t>DIFFERENTIATE
Green Asset Finance and PayGo
Device-linked credit — not cash-only
Agency banking and tellering
Digital payments and collections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3AA"/>
                </a:solidFill>
                <a:latin typeface="Calibri"/>
              </a:rPr>
              <a:t>Reach: offline field app · customer web + Android · SMS/email    Prove: dashboards, donor reporting, partner APIs, first-tenant migration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MULTI-TENANT SOFTWARE AS A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One control plane. Emeraid onboards.
Modules switch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FIRST RELEASE
One platform on Emeraid’s server.
Institutions get a login.
No separate install per client.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WHAT THEY BUY FROM YOU
A module pack — CRM only,
VSLA only, full MFI, or PayGo
operator. Super-admin turns it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46888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IF A LICENCE LAPSES
The institution can be suspended.
Access locked. Data retained.
Restored when the licence is current.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HOW EMERAID LICENCES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Same platform. Three different products.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0E6"/>
                </a:solidFill>
                <a:latin typeface="Calibri"/>
              </a:rPr>
              <a:t>HOPE MICROFINANCE
Full MFI suite
ON  CRM
ON  Loans + savings + GL
ON  Agency + payments
ON  PayGo
OFF VSLA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8600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0E6"/>
                </a:solidFill>
                <a:latin typeface="Calibri"/>
              </a:rPr>
              <a:t>RIVERS VSLA NETWORK
Programme pack
ON  CRM
ON  VSLA + share-out
ON  Donor reports
OFF Loans / agency / PayGo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28600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0E6"/>
                </a:solidFill>
                <a:latin typeface="Calibri"/>
              </a:rPr>
              <a:t>GREENLIGHT SOLAR
Green operator
ON  CRM + clients
ON  Loans + GL
ON  PayGo + SMS
OFF VSLA / cooperative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One runtime. One database. One ledger.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Odoo Community 19 — spine: CRM, general ledger, users, portal.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Emeraid-owned modules — loans, savings, VSLA, cooperatives, PayGo, agency. Purpose-built for EDFIP.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FastAPI inside Odoo — public API, webhooks, mobile sync. Meets the TOR security and documentation standard.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Flutter — field Android app + customer Android app. Encrypted offline store.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Nothing writes to PostgreSQL except through Odoo. Isolation is enforced once.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IMPLEMENTATION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What the foundation provides —
and what we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ODOO ALREADY GIVES
• CRM pipeline, activities, campaigns
• Double-entry ledger (posted journals cannot be deleted)
• Users, record rules, customer web portal
• Payment-provider hook,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WE BUILD AS EMERAID MODULES
• Loan engine, PAR, restructuring
• Savings, esusu/ajo, fixed deposits
• VSLA meetings and share-out
• PayGo tokens and OEM connectors
• Agency float, teller, offline sync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ODOO  ·  FASTAPI  · 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Which tool carries which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Sell to many institutions, turn modules on/off — Odoo + custom tenant module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Leads and campaigns — Odoo CRM   |   Complaints + client 360 — custom Odoo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Official books — Odoo accounting   |   Loans, savings, VSLA, PayGo, float — custom Odoo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Village work with no network — Flutter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Paystack, OEMs, USSD, partners — FastAPI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Customer on the web — Odoo portal   |   Customer on a phone — Flutter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GREEN ASSET FINANCE  ·  PAY-AS-YOU-GO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Repayment becomes light.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A056"/>
                </a:solidFill>
                <a:latin typeface="Calibri"/>
              </a:rPr>
              <a:t>Customer pays  →  Days of use earned  →  OEM connector  →  Token  →  SMS / agent /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First release: asset registry, device IDs, one live OEM, eligibility engine, audit trail, ownership transfer.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 6 early operational release: registry, asset-linked loan, first connector, token request, delivery and audit — ahead of full go-live.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Connector built against a stub so an OEM delay cannot stall engineering. New OEM = new small module, no change to 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FIELD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Works in the field with no network.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Loan officer, CRM officer, VSLA facilitator, agent — full workflow with no network.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Money is append-only. No edited balances on the phone. No silent duplicates.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Sync slice starts in Month 2–3, not at the end. Tests run on every merge.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Customer self-service: Odoo web portal AND Flutter Android app, both in first release.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TWELVE MONTHS TO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PayGo is on the clock, not at the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 1 — architecture, screens, licence register, server check, OEM checklist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2–3 — tenants, clients, roles, ledger spine, first sync slice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4–6 — loans, savings, teller, PayGo early operational release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6–8 — cooperatives, VSLA, full CRM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8–11 — agency, payments, APIs, mobile, security and UAT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 12 — migration, go-live, training, handover · then 30 days hypercare + 12 months warranty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WHO DOES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One technical authority. A named delivery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HANSON EYUREN
Lead Developer. Architecture, financial core, API, PayGo, payments, USSD. Single point of accountability. Production Odoo today. Prior: bank USSD portals, compliance / NFIU-style controls, loan portal.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DEXTA SYNERGY SERVICES
Eyuren Alison — Flutter field + customer apps, offline sync, QA.
Daniel Azu — project manager, 100% on EDFIP.
Rowland Lawson — security review support.
RC 7377341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FINANCIAL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₦70 million  ·  mandatory scope, excluding VAT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B3AA"/>
                </a:solidFill>
                <a:latin typeface="Calibri"/>
              </a:rPr>
              <a:t>₦75.25 million including VAT.  840 person-days.  12 months.  Warranty included.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INCEPTION
10% at accepted D1.
Below the 15% ceiling.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01752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PAYGO AT MONTH 6
12% on accepted Deliverable 5.
Payment follows a working PayGo release.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01752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NO HOSTING IN THE PRICE
Emeraid’s server.
We install, harden, hand over.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OWNERSHIP AND HANDOVER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Emeraid owns the platform —
and can run it independently.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EDFIP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Free to operate, modify, extend, sell, and onboard tenants.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Source repository is Emeraid’s from day one. Independent maintenance after handover.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No Odoo Enterprise. No paid App Store. Licence register regenerated on every commit.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Acceptance includes a live restore and a deploy by Emeraid staff.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A056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>
                <a:solidFill>
                  <a:srgbClr val="F4F0E6"/>
                </a:solidFill>
                <a:latin typeface="Georgia"/>
              </a:rPr>
              <a:t>We welcome your
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B3AA"/>
                </a:solidFill>
                <a:latin typeface="Calibri"/>
              </a:rPr>
              <a:t>Architecture, PayGo, CRM, delivery capacity, commercial terms,
and any collaboration model you wish to explore.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4A056"/>
                </a:solidFill>
                <a:latin typeface="Calibri"/>
              </a:rPr>
              <a:t>Hanson Eyuren  ·  08106248715  ·  Dexta Synergy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